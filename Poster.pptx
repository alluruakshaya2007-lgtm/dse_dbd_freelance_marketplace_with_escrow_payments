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141" y="-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34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react.dev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png"/><Relationship Id="rId5" Type="http://schemas.openxmlformats.org/officeDocument/2006/relationships/hyperlink" Target="https://expressjs.com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nodejs.org/docs/" TargetMode="External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07040" cy="17602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[FREELANCE MARKETPLACE WITH ESCROW PAYMENTS]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[14]  |  Section: [7]  |  Members: [A. Akshaya – 2520030189], [Y. Bhaarathi – 2520030211], [Madhan Gopal – 2520030263]  |  Guide: [Dr. S. Spandana]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51928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088" y="21031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2970" y="2423160"/>
            <a:ext cx="47376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 web-based platform connecting clients and freelancers for project collaboration.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Supports job posting, proposal submission, contracts, milestones, and work approval.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Provides simulated escrow payments to improve payment transparency and trust.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8942" y="4320540"/>
            <a:ext cx="467767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/>
              <a:t>Problem statement</a:t>
            </a:r>
          </a:p>
          <a:p>
            <a:pPr lvl="0"/>
            <a:r>
              <a:rPr lang="en-IN" sz="1200" dirty="0"/>
              <a:t>Freelancers face delayed payments and unclear project requirements.</a:t>
            </a:r>
          </a:p>
          <a:p>
            <a:pPr lvl="0"/>
            <a:r>
              <a:rPr lang="en-IN" sz="1200" dirty="0"/>
              <a:t>Clients may experience incomplete work, missed deadlines, and payment risks.</a:t>
            </a:r>
          </a:p>
          <a:p>
            <a:r>
              <a:rPr lang="en-IN" sz="1200" dirty="0"/>
              <a:t>Objectives: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Create a centralized platform for clients and freelancers.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Simplify project posting, discovery, and proposal management.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Track contracts, milestones, and work submissions.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Provide simulated escrow payment management.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088" y="63246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385365"/>
              </p:ext>
            </p:extLst>
          </p:nvPr>
        </p:nvGraphicFramePr>
        <p:xfrm>
          <a:off x="392072" y="6659688"/>
          <a:ext cx="4788517" cy="2649916"/>
        </p:xfrm>
        <a:graphic>
          <a:graphicData uri="http://schemas.openxmlformats.org/drawingml/2006/table">
            <a:tbl>
              <a:tblPr/>
              <a:tblGrid>
                <a:gridCol w="1425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Project posting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Separate platforms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Centralized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Proposal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Varies by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Organized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Project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Milestone-based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Payment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Simulated escrow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Communication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Separate tools may be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Integrated messaging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8942" y="1003173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Technical: Uses React, Node.js, Express, and JSON storage.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Economic: Uses open-source tools and requires no paid database.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Operational: Provides simple dashboards and organized project tracking.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Schedule: Can be developed and tested within the project timeline.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8442" y="1263015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48942" y="12992100"/>
            <a:ext cx="3000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User registration and login APIs tested.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Project creation and proposal management supported.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Contract and milestone tracking implemented.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Escrow payment flow simulated and tested.</a:t>
            </a:r>
          </a:p>
          <a:p>
            <a:pPr lvl="0"/>
            <a:endParaRPr lang="en-IN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/>
              <a:t>Provides a centralized platform for managing freelance projects.</a:t>
            </a:r>
          </a:p>
          <a:p>
            <a:pPr lvl="0"/>
            <a:r>
              <a:rPr lang="en-IN" sz="1200" dirty="0"/>
              <a:t>Organizes the process from project posting to completion.</a:t>
            </a:r>
          </a:p>
          <a:p>
            <a:pPr lvl="0"/>
            <a:r>
              <a:rPr lang="en-IN" sz="1200" dirty="0"/>
              <a:t>Improves transparency through milestone tracking and simulated escrow payments.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7820"/>
            <a:ext cx="300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Real payment gateway integration.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AI-based freelancer and project recommendations.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Real-time chat and notifications.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Advanced analytics and identity verification.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51928" y="1449324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</a:p>
          <a:p>
            <a:r>
              <a:rPr lang="en-IN" sz="1100" dirty="0"/>
              <a:t>[1] Meta, React Documentation, </a:t>
            </a:r>
            <a:r>
              <a:rPr lang="en-IN" sz="1100" dirty="0">
                <a:hlinkClick r:id="rId3"/>
              </a:rPr>
              <a:t>https://react.dev/ </a:t>
            </a:r>
            <a:endParaRPr lang="en-IN" sz="1100" dirty="0"/>
          </a:p>
          <a:p>
            <a:r>
              <a:rPr lang="en-IN" sz="1100" dirty="0"/>
              <a:t>[2] Open JS Foundation, Node.js Documentation, </a:t>
            </a:r>
            <a:r>
              <a:rPr lang="en-IN" sz="1100" dirty="0">
                <a:hlinkClick r:id="rId4"/>
              </a:rPr>
              <a:t>https://nodejs.org/docs/ </a:t>
            </a:r>
            <a:endParaRPr lang="en-IN" sz="1100" dirty="0"/>
          </a:p>
          <a:p>
            <a:r>
              <a:rPr lang="en-IN" sz="1100" dirty="0"/>
              <a:t>[3] Open JS Foundation, Express.js Documentation, </a:t>
            </a:r>
            <a:r>
              <a:rPr lang="en-IN" sz="1100" dirty="0">
                <a:hlinkClick r:id="rId5"/>
              </a:rPr>
              <a:t>https://expressjs.com/ </a:t>
            </a:r>
            <a:endParaRPr lang="en-IN" sz="1100" dirty="0"/>
          </a:p>
          <a:p>
            <a:pPr lvl="0"/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429BAE0-4C70-F51A-07F7-ABDD7BFB5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16" y="359990"/>
            <a:ext cx="1245848" cy="105540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DB3E275-5581-99C9-9F3B-6749623EE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188" y="14244062"/>
            <a:ext cx="874288" cy="87935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A7882AD-D740-0132-CA95-95FDCCC9D4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1274" y="5015739"/>
            <a:ext cx="4583038" cy="21882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1F6EE0F-C339-507E-17D8-2D069C1746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4344" y="7990137"/>
            <a:ext cx="4416135" cy="168110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7D871FE-F40F-734F-53F5-61030CAD62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0992" y="10523220"/>
            <a:ext cx="2222907" cy="177546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92179D6-8BB1-EFB4-A4DA-229087291A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2411" y="10523220"/>
            <a:ext cx="2260638" cy="1775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461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ALLURU AKSHAYA</cp:lastModifiedBy>
  <cp:revision>5</cp:revision>
  <dcterms:created xsi:type="dcterms:W3CDTF">2026-09-28T08:11:17Z</dcterms:created>
  <dcterms:modified xsi:type="dcterms:W3CDTF">2026-10-02T11:55:30Z</dcterms:modified>
</cp:coreProperties>
</file>